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9"/>
  </p:notesMasterIdLst>
  <p:sldIdLst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D69FD4-5865-4440-9F7C-4348E18DF7A6}" v="88" dt="2025-12-16T15:51:34.9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14"/>
    <p:restoredTop sz="94653"/>
  </p:normalViewPr>
  <p:slideViewPr>
    <p:cSldViewPr snapToGrid="0">
      <p:cViewPr varScale="1">
        <p:scale>
          <a:sx n="97" d="100"/>
          <a:sy n="97" d="100"/>
        </p:scale>
        <p:origin x="912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v Spector" userId="S::nivs@comm-it.com::457a4475-c566-4338-8151-61ace9ae8c83" providerId="AD" clId="Web-{07D69FD4-5865-4440-9F7C-4348E18DF7A6}"/>
    <pc:docChg chg="modSld">
      <pc:chgData name="Niv Spector" userId="S::nivs@comm-it.com::457a4475-c566-4338-8151-61ace9ae8c83" providerId="AD" clId="Web-{07D69FD4-5865-4440-9F7C-4348E18DF7A6}" dt="2025-12-16T15:51:34.930" v="75"/>
      <pc:docMkLst>
        <pc:docMk/>
      </pc:docMkLst>
      <pc:sldChg chg="modSp">
        <pc:chgData name="Niv Spector" userId="S::nivs@comm-it.com::457a4475-c566-4338-8151-61ace9ae8c83" providerId="AD" clId="Web-{07D69FD4-5865-4440-9F7C-4348E18DF7A6}" dt="2025-12-16T15:51:22.008" v="72"/>
        <pc:sldMkLst>
          <pc:docMk/>
          <pc:sldMk cId="4156799165" sldId="259"/>
        </pc:sldMkLst>
        <pc:spChg chg="mod">
          <ac:chgData name="Niv Spector" userId="S::nivs@comm-it.com::457a4475-c566-4338-8151-61ace9ae8c83" providerId="AD" clId="Web-{07D69FD4-5865-4440-9F7C-4348E18DF7A6}" dt="2025-12-16T15:43:54.507" v="2" actId="20577"/>
          <ac:spMkLst>
            <pc:docMk/>
            <pc:sldMk cId="4156799165" sldId="259"/>
            <ac:spMk id="2" creationId="{96F1B77A-CD87-F109-B36D-6F32949DEFC6}"/>
          </ac:spMkLst>
        </pc:spChg>
        <pc:spChg chg="mod">
          <ac:chgData name="Niv Spector" userId="S::nivs@comm-it.com::457a4475-c566-4338-8151-61ace9ae8c83" providerId="AD" clId="Web-{07D69FD4-5865-4440-9F7C-4348E18DF7A6}" dt="2025-12-16T15:44:00.148" v="4" actId="20577"/>
          <ac:spMkLst>
            <pc:docMk/>
            <pc:sldMk cId="4156799165" sldId="259"/>
            <ac:spMk id="7" creationId="{B5ED4CEC-7BD1-D969-EFFA-0F9B18A30A6A}"/>
          </ac:spMkLst>
        </pc:spChg>
        <pc:graphicFrameChg chg="mod modGraphic">
          <ac:chgData name="Niv Spector" userId="S::nivs@comm-it.com::457a4475-c566-4338-8151-61ace9ae8c83" providerId="AD" clId="Web-{07D69FD4-5865-4440-9F7C-4348E18DF7A6}" dt="2025-12-16T15:51:22.008" v="72"/>
          <ac:graphicFrameMkLst>
            <pc:docMk/>
            <pc:sldMk cId="4156799165" sldId="259"/>
            <ac:graphicFrameMk id="4" creationId="{57C39344-6E65-CA12-1045-BD79C0EB6BB3}"/>
          </ac:graphicFrameMkLst>
        </pc:graphicFrameChg>
      </pc:sldChg>
      <pc:sldChg chg="addSp delSp modSp">
        <pc:chgData name="Niv Spector" userId="S::nivs@comm-it.com::457a4475-c566-4338-8151-61ace9ae8c83" providerId="AD" clId="Web-{07D69FD4-5865-4440-9F7C-4348E18DF7A6}" dt="2025-12-16T15:51:13.867" v="42"/>
        <pc:sldMkLst>
          <pc:docMk/>
          <pc:sldMk cId="2583678591" sldId="260"/>
        </pc:sldMkLst>
        <pc:spChg chg="mod">
          <ac:chgData name="Niv Spector" userId="S::nivs@comm-it.com::457a4475-c566-4338-8151-61ace9ae8c83" providerId="AD" clId="Web-{07D69FD4-5865-4440-9F7C-4348E18DF7A6}" dt="2025-12-16T15:44:03.648" v="5" actId="20577"/>
          <ac:spMkLst>
            <pc:docMk/>
            <pc:sldMk cId="2583678591" sldId="260"/>
            <ac:spMk id="2" creationId="{D403751E-2BB6-43B1-7373-2157C84559CD}"/>
          </ac:spMkLst>
        </pc:spChg>
        <pc:spChg chg="del mod">
          <ac:chgData name="Niv Spector" userId="S::nivs@comm-it.com::457a4475-c566-4338-8151-61ace9ae8c83" providerId="AD" clId="Web-{07D69FD4-5865-4440-9F7C-4348E18DF7A6}" dt="2025-12-16T15:51:13.867" v="42"/>
          <ac:spMkLst>
            <pc:docMk/>
            <pc:sldMk cId="2583678591" sldId="260"/>
            <ac:spMk id="8" creationId="{A2893132-E1AC-0D90-22D4-538A3252812B}"/>
          </ac:spMkLst>
        </pc:spChg>
        <pc:graphicFrameChg chg="mod modGraphic">
          <ac:chgData name="Niv Spector" userId="S::nivs@comm-it.com::457a4475-c566-4338-8151-61ace9ae8c83" providerId="AD" clId="Web-{07D69FD4-5865-4440-9F7C-4348E18DF7A6}" dt="2025-12-16T15:50:40.944" v="38"/>
          <ac:graphicFrameMkLst>
            <pc:docMk/>
            <pc:sldMk cId="2583678591" sldId="260"/>
            <ac:graphicFrameMk id="4" creationId="{A7F9D812-5B05-3725-4894-DF3F529D6A71}"/>
          </ac:graphicFrameMkLst>
        </pc:graphicFrameChg>
        <pc:graphicFrameChg chg="add del mod">
          <ac:chgData name="Niv Spector" userId="S::nivs@comm-it.com::457a4475-c566-4338-8151-61ace9ae8c83" providerId="AD" clId="Web-{07D69FD4-5865-4440-9F7C-4348E18DF7A6}" dt="2025-12-16T15:50:54.648" v="40"/>
          <ac:graphicFrameMkLst>
            <pc:docMk/>
            <pc:sldMk cId="2583678591" sldId="260"/>
            <ac:graphicFrameMk id="6" creationId="{6581B757-972A-8332-D1B2-B88178A78F37}"/>
          </ac:graphicFrameMkLst>
        </pc:graphicFrameChg>
      </pc:sldChg>
      <pc:sldChg chg="addSp delSp modSp">
        <pc:chgData name="Niv Spector" userId="S::nivs@comm-it.com::457a4475-c566-4338-8151-61ace9ae8c83" providerId="AD" clId="Web-{07D69FD4-5865-4440-9F7C-4348E18DF7A6}" dt="2025-12-16T15:51:34.930" v="75"/>
        <pc:sldMkLst>
          <pc:docMk/>
          <pc:sldMk cId="842781779" sldId="262"/>
        </pc:sldMkLst>
        <pc:spChg chg="del">
          <ac:chgData name="Niv Spector" userId="S::nivs@comm-it.com::457a4475-c566-4338-8151-61ace9ae8c83" providerId="AD" clId="Web-{07D69FD4-5865-4440-9F7C-4348E18DF7A6}" dt="2025-12-16T15:51:28.992" v="73"/>
          <ac:spMkLst>
            <pc:docMk/>
            <pc:sldMk cId="842781779" sldId="262"/>
            <ac:spMk id="3" creationId="{1FF2A06B-AD48-C6BA-AE8E-3AE993FD35B6}"/>
          </ac:spMkLst>
        </pc:spChg>
        <pc:spChg chg="add del mod">
          <ac:chgData name="Niv Spector" userId="S::nivs@comm-it.com::457a4475-c566-4338-8151-61ace9ae8c83" providerId="AD" clId="Web-{07D69FD4-5865-4440-9F7C-4348E18DF7A6}" dt="2025-12-16T15:51:30.883" v="74"/>
          <ac:spMkLst>
            <pc:docMk/>
            <pc:sldMk cId="842781779" sldId="262"/>
            <ac:spMk id="5" creationId="{EEEF1DC0-604B-965E-46C0-72159CDCA129}"/>
          </ac:spMkLst>
        </pc:spChg>
        <pc:spChg chg="del">
          <ac:chgData name="Niv Spector" userId="S::nivs@comm-it.com::457a4475-c566-4338-8151-61ace9ae8c83" providerId="AD" clId="Web-{07D69FD4-5865-4440-9F7C-4348E18DF7A6}" dt="2025-12-16T15:51:34.930" v="75"/>
          <ac:spMkLst>
            <pc:docMk/>
            <pc:sldMk cId="842781779" sldId="262"/>
            <ac:spMk id="9" creationId="{AF6AC17B-DC87-0DA9-1BB2-C6BD974E069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C1C4DA-6C28-47FE-A321-066939004828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96F8D3-79C6-412A-9A06-97DE9E5D00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899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200" b="0" i="0" u="none" strike="noStrike" noProof="0"/>
              <a:t>Commit’s role </a:t>
            </a:r>
            <a:r>
              <a:rPr lang="en-US"/>
              <a:t>is </a:t>
            </a:r>
            <a:r>
              <a:rPr lang="en-US" sz="1200" b="0" i="0" u="none" strike="noStrike" noProof="0"/>
              <a:t>to support the migration, including setting up infrastructure and ensuring that everything is in place for the cutovers.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02757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D2AC1-BD1B-E3B0-F96F-47FDFF43C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236DCE-91BB-6F01-88F1-0E293EC2CA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417C4F-EB1C-4EF0-9245-D290F2127F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200" b="0" i="0" u="none" strike="noStrike" noProof="0"/>
              <a:t>Commit’s role </a:t>
            </a:r>
            <a:r>
              <a:rPr lang="en-US"/>
              <a:t>is </a:t>
            </a:r>
            <a:r>
              <a:rPr lang="en-US" sz="1200" b="0" i="0" u="none" strike="noStrike" noProof="0"/>
              <a:t>to support the migration, including setting up infrastructure and ensuring that everything is in place for the cutovers.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0061C7-D01E-159E-BD28-5EBE0FB21F9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270509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C07E4-CF74-AAD3-B8B8-CC6A596C1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779006-AE4F-D1F6-53CA-4686B2DB7A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DFEF92-848F-9A6F-858A-C05BC09753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200" b="0" i="0" u="none" strike="noStrike" noProof="0"/>
              <a:t>Commit’s role </a:t>
            </a:r>
            <a:r>
              <a:rPr lang="en-US"/>
              <a:t>is </a:t>
            </a:r>
            <a:r>
              <a:rPr lang="en-US" sz="1200" b="0" i="0" u="none" strike="noStrike" noProof="0"/>
              <a:t>to support the migration, including setting up infrastructure and ensuring that everything is in place for the cutovers.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00044D-384D-108E-0E14-B7013FDF48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3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244852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userDrawn="1">
  <p:cSld name="Title slide">
    <p:bg>
      <p:bgPr>
        <a:solidFill>
          <a:schemeClr val="tx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425;p66">
            <a:extLst>
              <a:ext uri="{FF2B5EF4-FFF2-40B4-BE49-F238E27FC236}">
                <a16:creationId xmlns:a16="http://schemas.microsoft.com/office/drawing/2014/main" id="{48BBD13C-F7F4-4C0D-1949-F78B0F06F05B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09513" y="1673972"/>
            <a:ext cx="4412224" cy="136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28E8D4E-9449-F25E-00BC-ADC483C629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9744" t="10362" r="10329" b="9603"/>
          <a:stretch/>
        </p:blipFill>
        <p:spPr>
          <a:xfrm>
            <a:off x="8741664" y="4022891"/>
            <a:ext cx="1361223" cy="1363067"/>
          </a:xfrm>
          <a:prstGeom prst="rect">
            <a:avLst/>
          </a:prstGeom>
        </p:spPr>
      </p:pic>
      <p:sp>
        <p:nvSpPr>
          <p:cNvPr id="6" name="Google Shape;430;p66">
            <a:extLst>
              <a:ext uri="{FF2B5EF4-FFF2-40B4-BE49-F238E27FC236}">
                <a16:creationId xmlns:a16="http://schemas.microsoft.com/office/drawing/2014/main" id="{13EECECD-623E-2341-F273-9258230E2186}"/>
              </a:ext>
            </a:extLst>
          </p:cNvPr>
          <p:cNvSpPr/>
          <p:nvPr userDrawn="1"/>
        </p:nvSpPr>
        <p:spPr>
          <a:xfrm>
            <a:off x="7109525" y="3512626"/>
            <a:ext cx="4412100" cy="61200"/>
          </a:xfrm>
          <a:prstGeom prst="rect">
            <a:avLst/>
          </a:prstGeom>
          <a:solidFill>
            <a:srgbClr val="EF2B2D"/>
          </a:solidFill>
          <a:ln w="9525" cap="flat" cmpd="sng">
            <a:solidFill>
              <a:srgbClr val="EF2B2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7" name="Google Shape;424;p66">
            <a:extLst>
              <a:ext uri="{FF2B5EF4-FFF2-40B4-BE49-F238E27FC236}">
                <a16:creationId xmlns:a16="http://schemas.microsoft.com/office/drawing/2014/main" id="{E7B052F3-EDC9-6BDB-2756-6D553E6E9442}"/>
              </a:ext>
            </a:extLst>
          </p:cNvPr>
          <p:cNvSpPr/>
          <p:nvPr userDrawn="1"/>
        </p:nvSpPr>
        <p:spPr>
          <a:xfrm>
            <a:off x="-13917" y="700067"/>
            <a:ext cx="622400" cy="2708800"/>
          </a:xfrm>
          <a:prstGeom prst="rect">
            <a:avLst/>
          </a:prstGeom>
          <a:solidFill>
            <a:srgbClr val="EE2B2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" name="Google Shape;420;p66">
            <a:extLst>
              <a:ext uri="{FF2B5EF4-FFF2-40B4-BE49-F238E27FC236}">
                <a16:creationId xmlns:a16="http://schemas.microsoft.com/office/drawing/2014/main" id="{9E93ECAC-9779-DF5E-DA25-D7F5397DD73B}"/>
              </a:ext>
            </a:extLst>
          </p:cNvPr>
          <p:cNvGrpSpPr/>
          <p:nvPr userDrawn="1"/>
        </p:nvGrpSpPr>
        <p:grpSpPr>
          <a:xfrm>
            <a:off x="607525" y="0"/>
            <a:ext cx="6091572" cy="6857942"/>
            <a:chOff x="-196562" y="-38900"/>
            <a:chExt cx="4568793" cy="5250300"/>
          </a:xfrm>
        </p:grpSpPr>
        <p:sp>
          <p:nvSpPr>
            <p:cNvPr id="9" name="Google Shape;421;p66">
              <a:extLst>
                <a:ext uri="{FF2B5EF4-FFF2-40B4-BE49-F238E27FC236}">
                  <a16:creationId xmlns:a16="http://schemas.microsoft.com/office/drawing/2014/main" id="{F7979565-6AA0-14D6-4581-029FD8DA6BA3}"/>
                </a:ext>
              </a:extLst>
            </p:cNvPr>
            <p:cNvSpPr/>
            <p:nvPr/>
          </p:nvSpPr>
          <p:spPr>
            <a:xfrm>
              <a:off x="3488431" y="3383625"/>
              <a:ext cx="883800" cy="88656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422;p66">
              <a:extLst>
                <a:ext uri="{FF2B5EF4-FFF2-40B4-BE49-F238E27FC236}">
                  <a16:creationId xmlns:a16="http://schemas.microsoft.com/office/drawing/2014/main" id="{3EA3E438-2C38-204E-7312-E8AE4041D193}"/>
                </a:ext>
              </a:extLst>
            </p:cNvPr>
            <p:cNvSpPr/>
            <p:nvPr/>
          </p:nvSpPr>
          <p:spPr>
            <a:xfrm>
              <a:off x="-196562" y="-38900"/>
              <a:ext cx="4342800" cy="5250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45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" name="Google Shape;427;p66">
            <a:extLst>
              <a:ext uri="{FF2B5EF4-FFF2-40B4-BE49-F238E27FC236}">
                <a16:creationId xmlns:a16="http://schemas.microsoft.com/office/drawing/2014/main" id="{FDAF8773-254E-AE9F-CF77-7A6745715873}"/>
              </a:ext>
            </a:extLst>
          </p:cNvPr>
          <p:cNvSpPr txBox="1"/>
          <p:nvPr userDrawn="1"/>
        </p:nvSpPr>
        <p:spPr>
          <a:xfrm>
            <a:off x="829575" y="4402024"/>
            <a:ext cx="3679500" cy="129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E64"/>
              </a:buClr>
              <a:buSzPts val="2800"/>
              <a:buFont typeface="Arial"/>
              <a:buNone/>
            </a:pPr>
            <a:r>
              <a:rPr lang="en-US" sz="2000">
                <a:solidFill>
                  <a:schemeClr val="dk2"/>
                </a:solidFill>
              </a:rPr>
              <a:t>Details</a:t>
            </a:r>
            <a:endParaRPr sz="2000">
              <a:solidFill>
                <a:schemeClr val="dk2"/>
              </a:solidFill>
            </a:endParaRPr>
          </a:p>
        </p:txBody>
      </p:sp>
      <p:sp>
        <p:nvSpPr>
          <p:cNvPr id="13" name="Google Shape;259;p40">
            <a:extLst>
              <a:ext uri="{FF2B5EF4-FFF2-40B4-BE49-F238E27FC236}">
                <a16:creationId xmlns:a16="http://schemas.microsoft.com/office/drawing/2014/main" id="{9E24F02F-C058-5231-C5F3-07DD7B3F5C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9575" y="1381096"/>
            <a:ext cx="4560726" cy="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11697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ndard text slide">
  <p:cSld name="Standard text slide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8"/>
          <p:cNvSpPr txBox="1">
            <a:spLocks noGrp="1"/>
          </p:cNvSpPr>
          <p:nvPr>
            <p:ph type="title"/>
          </p:nvPr>
        </p:nvSpPr>
        <p:spPr>
          <a:xfrm>
            <a:off x="730685" y="355889"/>
            <a:ext cx="1066012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28"/>
          <p:cNvSpPr txBox="1">
            <a:spLocks noGrp="1"/>
          </p:cNvSpPr>
          <p:nvPr>
            <p:ph type="body" idx="1"/>
          </p:nvPr>
        </p:nvSpPr>
        <p:spPr>
          <a:xfrm>
            <a:off x="730685" y="1681451"/>
            <a:ext cx="10660126" cy="4228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77E5C1C-CF85-95F5-2892-447DFA1E1D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13460" y="6325176"/>
            <a:ext cx="1265649" cy="335397"/>
          </a:xfrm>
          <a:prstGeom prst="rect">
            <a:avLst/>
          </a:prstGeom>
        </p:spPr>
      </p:pic>
      <p:sp>
        <p:nvSpPr>
          <p:cNvPr id="3" name="Google Shape;499;p72">
            <a:extLst>
              <a:ext uri="{FF2B5EF4-FFF2-40B4-BE49-F238E27FC236}">
                <a16:creationId xmlns:a16="http://schemas.microsoft.com/office/drawing/2014/main" id="{F4DDEB45-D2AE-A538-FCEB-FAE4E786E38F}"/>
              </a:ext>
            </a:extLst>
          </p:cNvPr>
          <p:cNvSpPr/>
          <p:nvPr userDrawn="1"/>
        </p:nvSpPr>
        <p:spPr>
          <a:xfrm rot="10800000" flipH="1">
            <a:off x="-589310" y="523451"/>
            <a:ext cx="1178400" cy="1158000"/>
          </a:xfrm>
          <a:prstGeom prst="ellipse">
            <a:avLst/>
          </a:prstGeom>
          <a:solidFill>
            <a:srgbClr val="EE2B2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 b="1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" name="Google Shape;499;p72">
            <a:extLst>
              <a:ext uri="{FF2B5EF4-FFF2-40B4-BE49-F238E27FC236}">
                <a16:creationId xmlns:a16="http://schemas.microsoft.com/office/drawing/2014/main" id="{B0DED5CF-D030-1485-9E6C-954F80BBF2FE}"/>
              </a:ext>
            </a:extLst>
          </p:cNvPr>
          <p:cNvSpPr/>
          <p:nvPr userDrawn="1"/>
        </p:nvSpPr>
        <p:spPr>
          <a:xfrm rot="10800000" flipH="1">
            <a:off x="11602800" y="523451"/>
            <a:ext cx="1178400" cy="1158000"/>
          </a:xfrm>
          <a:prstGeom prst="ellipse">
            <a:avLst/>
          </a:prstGeom>
          <a:solidFill>
            <a:srgbClr val="EE2B2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 b="1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203610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3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96" name="Google Shape;196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" name="Google Shape;499;p72">
            <a:extLst>
              <a:ext uri="{FF2B5EF4-FFF2-40B4-BE49-F238E27FC236}">
                <a16:creationId xmlns:a16="http://schemas.microsoft.com/office/drawing/2014/main" id="{65DAB29C-AB76-5CDB-5F2B-E75FA4F8F03B}"/>
              </a:ext>
            </a:extLst>
          </p:cNvPr>
          <p:cNvSpPr/>
          <p:nvPr userDrawn="1"/>
        </p:nvSpPr>
        <p:spPr>
          <a:xfrm rot="10800000" flipH="1">
            <a:off x="-589310" y="523451"/>
            <a:ext cx="1178400" cy="1158000"/>
          </a:xfrm>
          <a:prstGeom prst="ellipse">
            <a:avLst/>
          </a:prstGeom>
          <a:solidFill>
            <a:srgbClr val="EE2B2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 b="1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" name="Google Shape;499;p72">
            <a:extLst>
              <a:ext uri="{FF2B5EF4-FFF2-40B4-BE49-F238E27FC236}">
                <a16:creationId xmlns:a16="http://schemas.microsoft.com/office/drawing/2014/main" id="{71B47CA3-CBAA-5A60-BCAD-CE556E045535}"/>
              </a:ext>
            </a:extLst>
          </p:cNvPr>
          <p:cNvSpPr/>
          <p:nvPr userDrawn="1"/>
        </p:nvSpPr>
        <p:spPr>
          <a:xfrm rot="10800000" flipH="1">
            <a:off x="11602800" y="523451"/>
            <a:ext cx="1178400" cy="1158000"/>
          </a:xfrm>
          <a:prstGeom prst="ellipse">
            <a:avLst/>
          </a:prstGeom>
          <a:solidFill>
            <a:srgbClr val="EE2B2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 b="1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31245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3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2" name="Google Shape;202;p3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3" name="Google Shape;203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" name="Google Shape;499;p72">
            <a:extLst>
              <a:ext uri="{FF2B5EF4-FFF2-40B4-BE49-F238E27FC236}">
                <a16:creationId xmlns:a16="http://schemas.microsoft.com/office/drawing/2014/main" id="{FA193B55-A8BF-7276-0F74-5C7788781421}"/>
              </a:ext>
            </a:extLst>
          </p:cNvPr>
          <p:cNvSpPr/>
          <p:nvPr userDrawn="1"/>
        </p:nvSpPr>
        <p:spPr>
          <a:xfrm rot="10800000" flipH="1">
            <a:off x="-589310" y="523451"/>
            <a:ext cx="1178400" cy="1158000"/>
          </a:xfrm>
          <a:prstGeom prst="ellipse">
            <a:avLst/>
          </a:prstGeom>
          <a:solidFill>
            <a:srgbClr val="EE2B2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 b="1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" name="Google Shape;499;p72">
            <a:extLst>
              <a:ext uri="{FF2B5EF4-FFF2-40B4-BE49-F238E27FC236}">
                <a16:creationId xmlns:a16="http://schemas.microsoft.com/office/drawing/2014/main" id="{B3F623A1-98DB-41F7-F159-26E7688E094A}"/>
              </a:ext>
            </a:extLst>
          </p:cNvPr>
          <p:cNvSpPr/>
          <p:nvPr userDrawn="1"/>
        </p:nvSpPr>
        <p:spPr>
          <a:xfrm rot="10800000" flipH="1">
            <a:off x="11602800" y="523451"/>
            <a:ext cx="1178400" cy="1158000"/>
          </a:xfrm>
          <a:prstGeom prst="ellipse">
            <a:avLst/>
          </a:prstGeom>
          <a:solidFill>
            <a:srgbClr val="EE2B2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 b="1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675038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3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09" name="Google Shape;209;p3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0" name="Google Shape;210;p3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11" name="Google Shape;211;p3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2" name="Google Shape;212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" name="Google Shape;499;p72">
            <a:extLst>
              <a:ext uri="{FF2B5EF4-FFF2-40B4-BE49-F238E27FC236}">
                <a16:creationId xmlns:a16="http://schemas.microsoft.com/office/drawing/2014/main" id="{4E504CBC-DC2D-66C0-A1AE-44E70B991457}"/>
              </a:ext>
            </a:extLst>
          </p:cNvPr>
          <p:cNvSpPr/>
          <p:nvPr userDrawn="1"/>
        </p:nvSpPr>
        <p:spPr>
          <a:xfrm rot="10800000" flipH="1">
            <a:off x="-589310" y="523451"/>
            <a:ext cx="1178400" cy="1158000"/>
          </a:xfrm>
          <a:prstGeom prst="ellipse">
            <a:avLst/>
          </a:prstGeom>
          <a:solidFill>
            <a:srgbClr val="EE2B2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 b="1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" name="Google Shape;499;p72">
            <a:extLst>
              <a:ext uri="{FF2B5EF4-FFF2-40B4-BE49-F238E27FC236}">
                <a16:creationId xmlns:a16="http://schemas.microsoft.com/office/drawing/2014/main" id="{DA3B7EB6-82AA-3474-57A9-4C9D25997AB2}"/>
              </a:ext>
            </a:extLst>
          </p:cNvPr>
          <p:cNvSpPr/>
          <p:nvPr userDrawn="1"/>
        </p:nvSpPr>
        <p:spPr>
          <a:xfrm rot="10800000" flipH="1">
            <a:off x="11602800" y="523451"/>
            <a:ext cx="1178400" cy="1158000"/>
          </a:xfrm>
          <a:prstGeom prst="ellipse">
            <a:avLst/>
          </a:prstGeom>
          <a:solidFill>
            <a:srgbClr val="EE2B2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 b="1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401416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userDrawn="1">
  <p:cSld name="Picture with Caption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5"/>
          <p:cNvSpPr txBox="1">
            <a:spLocks noGrp="1"/>
          </p:cNvSpPr>
          <p:nvPr>
            <p:ph type="title"/>
          </p:nvPr>
        </p:nvSpPr>
        <p:spPr>
          <a:xfrm>
            <a:off x="839788" y="473560"/>
            <a:ext cx="3932237" cy="1583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0" name="Google Shape;230;p3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31" name="Google Shape;231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3" name="Google Shape;233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" name="Google Shape;198;p31">
            <a:extLst>
              <a:ext uri="{FF2B5EF4-FFF2-40B4-BE49-F238E27FC236}">
                <a16:creationId xmlns:a16="http://schemas.microsoft.com/office/drawing/2014/main" id="{2AD2A1BA-74AF-829E-6639-39CC26E17600}"/>
              </a:ext>
            </a:extLst>
          </p:cNvPr>
          <p:cNvPicPr preferRelativeResize="0"/>
          <p:nvPr userDrawn="1"/>
        </p:nvPicPr>
        <p:blipFill rotWithShape="1">
          <a:blip r:embed="rId2"/>
          <a:srcRect l="14226" r="14226"/>
          <a:stretch/>
        </p:blipFill>
        <p:spPr>
          <a:xfrm>
            <a:off x="5561812" y="473561"/>
            <a:ext cx="5790400" cy="539542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99;p31">
            <a:extLst>
              <a:ext uri="{FF2B5EF4-FFF2-40B4-BE49-F238E27FC236}">
                <a16:creationId xmlns:a16="http://schemas.microsoft.com/office/drawing/2014/main" id="{BEFC0985-1BA4-9555-F97E-054C32F322CA}"/>
              </a:ext>
            </a:extLst>
          </p:cNvPr>
          <p:cNvSpPr/>
          <p:nvPr userDrawn="1"/>
        </p:nvSpPr>
        <p:spPr>
          <a:xfrm>
            <a:off x="5558139" y="473560"/>
            <a:ext cx="5794073" cy="5395427"/>
          </a:xfrm>
          <a:prstGeom prst="rect">
            <a:avLst/>
          </a:prstGeom>
          <a:solidFill>
            <a:schemeClr val="tx2">
              <a:lumMod val="25000"/>
              <a:alpha val="50449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defRPr/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" name="Google Shape;201;p31">
            <a:extLst>
              <a:ext uri="{FF2B5EF4-FFF2-40B4-BE49-F238E27FC236}">
                <a16:creationId xmlns:a16="http://schemas.microsoft.com/office/drawing/2014/main" id="{2ADC9463-47D1-8A11-8D76-ED11CF4F418B}"/>
              </a:ext>
            </a:extLst>
          </p:cNvPr>
          <p:cNvSpPr/>
          <p:nvPr userDrawn="1"/>
        </p:nvSpPr>
        <p:spPr>
          <a:xfrm>
            <a:off x="6461526" y="852305"/>
            <a:ext cx="4298148" cy="4637936"/>
          </a:xfrm>
          <a:prstGeom prst="rect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defRPr/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" name="Google Shape;499;p72">
            <a:extLst>
              <a:ext uri="{FF2B5EF4-FFF2-40B4-BE49-F238E27FC236}">
                <a16:creationId xmlns:a16="http://schemas.microsoft.com/office/drawing/2014/main" id="{0E7EF27A-6341-A975-429E-91DED0AFA50A}"/>
              </a:ext>
            </a:extLst>
          </p:cNvPr>
          <p:cNvSpPr/>
          <p:nvPr userDrawn="1"/>
        </p:nvSpPr>
        <p:spPr>
          <a:xfrm rot="10800000" flipH="1">
            <a:off x="-589310" y="523451"/>
            <a:ext cx="1178400" cy="1158000"/>
          </a:xfrm>
          <a:prstGeom prst="ellipse">
            <a:avLst/>
          </a:prstGeom>
          <a:solidFill>
            <a:srgbClr val="EE2B2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 b="1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Google Shape;499;p72">
            <a:extLst>
              <a:ext uri="{FF2B5EF4-FFF2-40B4-BE49-F238E27FC236}">
                <a16:creationId xmlns:a16="http://schemas.microsoft.com/office/drawing/2014/main" id="{55F240E0-8E2A-B00D-1999-76507BD162B1}"/>
              </a:ext>
            </a:extLst>
          </p:cNvPr>
          <p:cNvSpPr/>
          <p:nvPr userDrawn="1"/>
        </p:nvSpPr>
        <p:spPr>
          <a:xfrm rot="10800000" flipH="1">
            <a:off x="11602800" y="523451"/>
            <a:ext cx="1178400" cy="1158000"/>
          </a:xfrm>
          <a:prstGeom prst="ellipse">
            <a:avLst/>
          </a:prstGeom>
          <a:solidFill>
            <a:srgbClr val="EE2B2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 b="1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692352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preserve="1" userDrawn="1">
  <p:cSld name="1_Picture with Caption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5"/>
          <p:cNvSpPr txBox="1">
            <a:spLocks noGrp="1"/>
          </p:cNvSpPr>
          <p:nvPr>
            <p:ph type="title"/>
          </p:nvPr>
        </p:nvSpPr>
        <p:spPr>
          <a:xfrm>
            <a:off x="839788" y="473560"/>
            <a:ext cx="3932237" cy="1583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0" name="Google Shape;230;p3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31" name="Google Shape;231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3" name="Google Shape;233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" name="Google Shape;201;p31">
            <a:extLst>
              <a:ext uri="{FF2B5EF4-FFF2-40B4-BE49-F238E27FC236}">
                <a16:creationId xmlns:a16="http://schemas.microsoft.com/office/drawing/2014/main" id="{2ADC9463-47D1-8A11-8D76-ED11CF4F418B}"/>
              </a:ext>
            </a:extLst>
          </p:cNvPr>
          <p:cNvSpPr/>
          <p:nvPr userDrawn="1"/>
        </p:nvSpPr>
        <p:spPr>
          <a:xfrm>
            <a:off x="6461526" y="852305"/>
            <a:ext cx="4298148" cy="4637936"/>
          </a:xfrm>
          <a:prstGeom prst="rect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defRPr/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B89BBB64-0733-338F-9AFC-FE1EE8D1574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/>
          <a:srcRect l="23184" t="316" r="8101" b="3980"/>
          <a:stretch/>
        </p:blipFill>
        <p:spPr bwMode="auto">
          <a:xfrm>
            <a:off x="5541287" y="473559"/>
            <a:ext cx="5810925" cy="5395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Google Shape;199;p31">
            <a:extLst>
              <a:ext uri="{FF2B5EF4-FFF2-40B4-BE49-F238E27FC236}">
                <a16:creationId xmlns:a16="http://schemas.microsoft.com/office/drawing/2014/main" id="{68003110-058D-C32D-FA27-EED32B5D635A}"/>
              </a:ext>
            </a:extLst>
          </p:cNvPr>
          <p:cNvSpPr/>
          <p:nvPr userDrawn="1"/>
        </p:nvSpPr>
        <p:spPr>
          <a:xfrm>
            <a:off x="5558139" y="473558"/>
            <a:ext cx="5794073" cy="5395427"/>
          </a:xfrm>
          <a:prstGeom prst="rect">
            <a:avLst/>
          </a:prstGeom>
          <a:solidFill>
            <a:schemeClr val="tx2">
              <a:lumMod val="25000"/>
              <a:alpha val="50449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defRPr/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7" name="Google Shape;201;p31">
            <a:extLst>
              <a:ext uri="{FF2B5EF4-FFF2-40B4-BE49-F238E27FC236}">
                <a16:creationId xmlns:a16="http://schemas.microsoft.com/office/drawing/2014/main" id="{A723E3D2-4DFE-E307-07F2-1069CEBC72C1}"/>
              </a:ext>
            </a:extLst>
          </p:cNvPr>
          <p:cNvSpPr/>
          <p:nvPr userDrawn="1"/>
        </p:nvSpPr>
        <p:spPr>
          <a:xfrm>
            <a:off x="6370826" y="852303"/>
            <a:ext cx="4298148" cy="4637936"/>
          </a:xfrm>
          <a:prstGeom prst="rect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defRPr/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" name="Google Shape;499;p72">
            <a:extLst>
              <a:ext uri="{FF2B5EF4-FFF2-40B4-BE49-F238E27FC236}">
                <a16:creationId xmlns:a16="http://schemas.microsoft.com/office/drawing/2014/main" id="{5A0C0D2E-4EAA-D9E4-071A-6FC52DBCCD5C}"/>
              </a:ext>
            </a:extLst>
          </p:cNvPr>
          <p:cNvSpPr/>
          <p:nvPr userDrawn="1"/>
        </p:nvSpPr>
        <p:spPr>
          <a:xfrm rot="10800000" flipH="1">
            <a:off x="-589310" y="523451"/>
            <a:ext cx="1178400" cy="1158000"/>
          </a:xfrm>
          <a:prstGeom prst="ellipse">
            <a:avLst/>
          </a:prstGeom>
          <a:solidFill>
            <a:srgbClr val="EE2B2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 b="1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" name="Google Shape;499;p72">
            <a:extLst>
              <a:ext uri="{FF2B5EF4-FFF2-40B4-BE49-F238E27FC236}">
                <a16:creationId xmlns:a16="http://schemas.microsoft.com/office/drawing/2014/main" id="{8F258401-114F-6773-DDA2-E36F56D43948}"/>
              </a:ext>
            </a:extLst>
          </p:cNvPr>
          <p:cNvSpPr/>
          <p:nvPr userDrawn="1"/>
        </p:nvSpPr>
        <p:spPr>
          <a:xfrm rot="10800000" flipH="1">
            <a:off x="11602800" y="523451"/>
            <a:ext cx="1178400" cy="1158000"/>
          </a:xfrm>
          <a:prstGeom prst="ellipse">
            <a:avLst/>
          </a:prstGeom>
          <a:solidFill>
            <a:srgbClr val="EE2B2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 b="1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255251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5" name="Google Shape;265;p41"/>
          <p:cNvSpPr txBox="1">
            <a:spLocks noGrp="1"/>
          </p:cNvSpPr>
          <p:nvPr>
            <p:ph type="ctrTitle"/>
          </p:nvPr>
        </p:nvSpPr>
        <p:spPr>
          <a:xfrm>
            <a:off x="1018107" y="3883300"/>
            <a:ext cx="3013967" cy="6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6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266" name="Google Shape;266;p41"/>
          <p:cNvSpPr txBox="1">
            <a:spLocks noGrp="1"/>
          </p:cNvSpPr>
          <p:nvPr>
            <p:ph type="subTitle" idx="1"/>
          </p:nvPr>
        </p:nvSpPr>
        <p:spPr>
          <a:xfrm>
            <a:off x="1030875" y="4465100"/>
            <a:ext cx="3001200" cy="1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867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endParaRPr/>
          </a:p>
        </p:txBody>
      </p:sp>
      <p:sp>
        <p:nvSpPr>
          <p:cNvPr id="267" name="Google Shape;267;p41"/>
          <p:cNvSpPr txBox="1">
            <a:spLocks noGrp="1"/>
          </p:cNvSpPr>
          <p:nvPr>
            <p:ph type="ctrTitle" idx="2"/>
          </p:nvPr>
        </p:nvSpPr>
        <p:spPr>
          <a:xfrm>
            <a:off x="8196967" y="2001467"/>
            <a:ext cx="2938000" cy="6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6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268" name="Google Shape;268;p41"/>
          <p:cNvSpPr txBox="1">
            <a:spLocks noGrp="1"/>
          </p:cNvSpPr>
          <p:nvPr>
            <p:ph type="subTitle" idx="3"/>
          </p:nvPr>
        </p:nvSpPr>
        <p:spPr>
          <a:xfrm>
            <a:off x="8184000" y="2658133"/>
            <a:ext cx="2938000" cy="1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867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endParaRPr/>
          </a:p>
        </p:txBody>
      </p:sp>
      <p:sp>
        <p:nvSpPr>
          <p:cNvPr id="269" name="Google Shape;269;p41"/>
          <p:cNvSpPr txBox="1">
            <a:spLocks noGrp="1"/>
          </p:cNvSpPr>
          <p:nvPr>
            <p:ph type="ctrTitle" idx="4"/>
          </p:nvPr>
        </p:nvSpPr>
        <p:spPr>
          <a:xfrm>
            <a:off x="960000" y="720000"/>
            <a:ext cx="10272000" cy="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2" name="Google Shape;519;p74">
            <a:extLst>
              <a:ext uri="{FF2B5EF4-FFF2-40B4-BE49-F238E27FC236}">
                <a16:creationId xmlns:a16="http://schemas.microsoft.com/office/drawing/2014/main" id="{B0EA92DC-F1D8-015B-D32F-0E1D997150DC}"/>
              </a:ext>
            </a:extLst>
          </p:cNvPr>
          <p:cNvSpPr/>
          <p:nvPr userDrawn="1"/>
        </p:nvSpPr>
        <p:spPr>
          <a:xfrm>
            <a:off x="-786026" y="1161896"/>
            <a:ext cx="1456800" cy="1366800"/>
          </a:xfrm>
          <a:prstGeom prst="ellipse">
            <a:avLst/>
          </a:prstGeom>
          <a:solidFill>
            <a:srgbClr val="EE2B2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Montserrat"/>
              <a:buNone/>
            </a:pPr>
            <a:endParaRPr sz="186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" name="Google Shape;518;p74">
            <a:extLst>
              <a:ext uri="{FF2B5EF4-FFF2-40B4-BE49-F238E27FC236}">
                <a16:creationId xmlns:a16="http://schemas.microsoft.com/office/drawing/2014/main" id="{DA9344E8-5ADA-1D36-2E41-028F312E927C}"/>
              </a:ext>
            </a:extLst>
          </p:cNvPr>
          <p:cNvSpPr/>
          <p:nvPr userDrawn="1"/>
        </p:nvSpPr>
        <p:spPr>
          <a:xfrm>
            <a:off x="10274300" y="5279087"/>
            <a:ext cx="2254800" cy="2115300"/>
          </a:xfrm>
          <a:prstGeom prst="ellipse">
            <a:avLst/>
          </a:prstGeom>
          <a:solidFill>
            <a:srgbClr val="EE2B2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Montserrat"/>
              <a:buNone/>
            </a:pPr>
            <a:endParaRPr sz="186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605065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userDrawn="1">
  <p:cSld name="1_Title slide"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4"/>
          <p:cNvSpPr/>
          <p:nvPr userDrawn="1"/>
        </p:nvSpPr>
        <p:spPr>
          <a:xfrm>
            <a:off x="-13917" y="0"/>
            <a:ext cx="1220591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9" name="Google Shape;279;p44"/>
          <p:cNvSpPr txBox="1">
            <a:spLocks noGrp="1"/>
          </p:cNvSpPr>
          <p:nvPr>
            <p:ph type="ctrTitle" hasCustomPrompt="1"/>
          </p:nvPr>
        </p:nvSpPr>
        <p:spPr>
          <a:xfrm>
            <a:off x="963633" y="1140833"/>
            <a:ext cx="4645200" cy="2952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426"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kumimoji="0" lang="en-US" sz="9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Thank</a:t>
            </a:r>
            <a:br>
              <a:rPr kumimoji="0" lang="en-US" sz="9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</a:br>
            <a:r>
              <a:rPr kumimoji="0" lang="en-US" sz="9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You</a:t>
            </a:r>
            <a:endParaRPr/>
          </a:p>
        </p:txBody>
      </p:sp>
      <p:sp>
        <p:nvSpPr>
          <p:cNvPr id="2" name="Google Shape;519;p74">
            <a:extLst>
              <a:ext uri="{FF2B5EF4-FFF2-40B4-BE49-F238E27FC236}">
                <a16:creationId xmlns:a16="http://schemas.microsoft.com/office/drawing/2014/main" id="{C519B0B5-266D-DAF2-111E-AC66E11C3857}"/>
              </a:ext>
            </a:extLst>
          </p:cNvPr>
          <p:cNvSpPr/>
          <p:nvPr userDrawn="1"/>
        </p:nvSpPr>
        <p:spPr>
          <a:xfrm>
            <a:off x="-786026" y="1161896"/>
            <a:ext cx="1456800" cy="1366800"/>
          </a:xfrm>
          <a:prstGeom prst="ellipse">
            <a:avLst/>
          </a:prstGeom>
          <a:solidFill>
            <a:srgbClr val="EE2B2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Montserrat"/>
              <a:buNone/>
            </a:pPr>
            <a:endParaRPr sz="186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" name="Google Shape;518;p74">
            <a:extLst>
              <a:ext uri="{FF2B5EF4-FFF2-40B4-BE49-F238E27FC236}">
                <a16:creationId xmlns:a16="http://schemas.microsoft.com/office/drawing/2014/main" id="{9AF319A3-8DC3-5DE0-FF20-E12707701C62}"/>
              </a:ext>
            </a:extLst>
          </p:cNvPr>
          <p:cNvSpPr/>
          <p:nvPr userDrawn="1"/>
        </p:nvSpPr>
        <p:spPr>
          <a:xfrm>
            <a:off x="10274300" y="5279087"/>
            <a:ext cx="2254800" cy="2115300"/>
          </a:xfrm>
          <a:prstGeom prst="ellipse">
            <a:avLst/>
          </a:prstGeom>
          <a:solidFill>
            <a:srgbClr val="EE2B2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Montserrat"/>
              <a:buNone/>
            </a:pPr>
            <a:endParaRPr sz="186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BBEC4389-FF29-7545-B9A8-A6D8E20AFF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9744" t="10362" r="10329" b="9603"/>
          <a:stretch/>
        </p:blipFill>
        <p:spPr>
          <a:xfrm>
            <a:off x="10369296" y="222456"/>
            <a:ext cx="1361223" cy="1363067"/>
          </a:xfrm>
          <a:prstGeom prst="rect">
            <a:avLst/>
          </a:prstGeom>
        </p:spPr>
      </p:pic>
      <p:pic>
        <p:nvPicPr>
          <p:cNvPr id="6" name="Google Shape;607;p75">
            <a:extLst>
              <a:ext uri="{FF2B5EF4-FFF2-40B4-BE49-F238E27FC236}">
                <a16:creationId xmlns:a16="http://schemas.microsoft.com/office/drawing/2014/main" id="{8E4C8317-2EB6-3C66-D48B-5F6E9E488062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4466400" y="4130332"/>
            <a:ext cx="4933023" cy="14539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63176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E6F74-2148-B47F-1C6A-EC42DDAD90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8C7CC5-4357-D80E-738A-5238DDEE09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3E1CEE-59A5-3692-F3A6-44C690B7E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1CCA5-DA50-44AB-B536-44314CC93985}" type="datetimeFigureOut">
              <a:rPr lang="en-IL" smtClean="0"/>
              <a:t>12/16/2025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47D97-C792-E589-43F1-5DA264AEE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63E49B-D1B0-9B14-711A-7D705CE1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32993-70FF-407F-9B5F-4CCFB641FBA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43187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lt1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57" name="Google Shape;157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8" name="Google Shape;158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9" name="Google Shape;159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0" name="Google Shape;160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8198547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1B77A-CD87-F109-B36D-6F32949DEF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226" y="-191458"/>
            <a:ext cx="11352276" cy="679616"/>
          </a:xfrm>
        </p:spPr>
        <p:txBody>
          <a:bodyPr>
            <a:noAutofit/>
          </a:bodyPr>
          <a:lstStyle/>
          <a:p>
            <a:pPr algn="l"/>
            <a:r>
              <a:rPr lang="en-US" sz="3200" dirty="0"/>
              <a:t>Lightship</a:t>
            </a:r>
            <a:r>
              <a:rPr lang="en-US" sz="3200" dirty="0">
                <a:latin typeface="+mj-lt"/>
              </a:rPr>
              <a:t>– AI Project Status</a:t>
            </a:r>
            <a:endParaRPr lang="he-IL" sz="3200" dirty="0">
              <a:latin typeface="+mj-lt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7C39344-6E65-CA12-1045-BD79C0EB6B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2722762"/>
              </p:ext>
            </p:extLst>
          </p:nvPr>
        </p:nvGraphicFramePr>
        <p:xfrm>
          <a:off x="86226" y="570385"/>
          <a:ext cx="11754544" cy="23352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1951">
                  <a:extLst>
                    <a:ext uri="{9D8B030D-6E8A-4147-A177-3AD203B41FA5}">
                      <a16:colId xmlns:a16="http://schemas.microsoft.com/office/drawing/2014/main" val="2987818570"/>
                    </a:ext>
                  </a:extLst>
                </a:gridCol>
                <a:gridCol w="1001681">
                  <a:extLst>
                    <a:ext uri="{9D8B030D-6E8A-4147-A177-3AD203B41FA5}">
                      <a16:colId xmlns:a16="http://schemas.microsoft.com/office/drawing/2014/main" val="2889551568"/>
                    </a:ext>
                  </a:extLst>
                </a:gridCol>
                <a:gridCol w="4803450">
                  <a:extLst>
                    <a:ext uri="{9D8B030D-6E8A-4147-A177-3AD203B41FA5}">
                      <a16:colId xmlns:a16="http://schemas.microsoft.com/office/drawing/2014/main" val="1076360012"/>
                    </a:ext>
                  </a:extLst>
                </a:gridCol>
                <a:gridCol w="1577750">
                  <a:extLst>
                    <a:ext uri="{9D8B030D-6E8A-4147-A177-3AD203B41FA5}">
                      <a16:colId xmlns:a16="http://schemas.microsoft.com/office/drawing/2014/main" val="191137916"/>
                    </a:ext>
                  </a:extLst>
                </a:gridCol>
                <a:gridCol w="3529712">
                  <a:extLst>
                    <a:ext uri="{9D8B030D-6E8A-4147-A177-3AD203B41FA5}">
                      <a16:colId xmlns:a16="http://schemas.microsoft.com/office/drawing/2014/main" val="1214536818"/>
                    </a:ext>
                  </a:extLst>
                </a:gridCol>
              </a:tblGrid>
              <a:tr h="459241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+mn-lt"/>
                        </a:rPr>
                        <a:t>MS#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+mn-lt"/>
                        </a:rPr>
                        <a:t>RAG</a:t>
                      </a:r>
                      <a:endParaRPr lang="en-IL" sz="11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+mn-lt"/>
                        </a:rPr>
                        <a:t>Goal</a:t>
                      </a:r>
                      <a:endParaRPr lang="en-IL" sz="11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+mn-lt"/>
                        </a:rPr>
                        <a:t>Realistic date / completed on</a:t>
                      </a:r>
                      <a:endParaRPr lang="en-IL" sz="11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+mn-lt"/>
                        </a:rPr>
                        <a:t>Comment / Dependencies</a:t>
                      </a:r>
                      <a:endParaRPr lang="en-IL" sz="11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5056233"/>
                  </a:ext>
                </a:extLst>
              </a:tr>
              <a:tr h="3126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 u="none" strike="noStrike" cap="none" dirty="0">
                        <a:solidFill>
                          <a:schemeClr val="tx1"/>
                        </a:solidFill>
                        <a:latin typeface="+mn-lt"/>
                        <a:ea typeface="Calibri"/>
                        <a:cs typeface="Calibri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400" b="0" i="0" u="none" strike="noStrike" cap="none" dirty="0">
                        <a:solidFill>
                          <a:schemeClr val="tx1"/>
                        </a:solidFill>
                        <a:latin typeface="+mn-lt"/>
                        <a:ea typeface="Calibri"/>
                        <a:cs typeface="Calibri"/>
                        <a:sym typeface="Arial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endParaRPr lang="en-US" sz="1200" b="0" i="0" u="none" strike="sng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Calibri"/>
                        <a:buNone/>
                      </a:pPr>
                      <a:endParaRPr lang="en-US" sz="1200"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2699262"/>
                  </a:ext>
                </a:extLst>
              </a:tr>
              <a:tr h="3126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 u="none" strike="noStrike" cap="none" dirty="0">
                        <a:solidFill>
                          <a:schemeClr val="tx1"/>
                        </a:solidFill>
                        <a:latin typeface="+mn-lt"/>
                        <a:ea typeface="Calibri"/>
                        <a:cs typeface="Calibri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400" b="0" i="0" u="none" strike="noStrike" cap="none" dirty="0">
                        <a:solidFill>
                          <a:schemeClr val="tx1"/>
                        </a:solidFill>
                        <a:latin typeface="+mn-lt"/>
                        <a:ea typeface="Calibri"/>
                        <a:cs typeface="Calibri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endParaRPr lang="en-US" sz="1200" b="0" i="0" u="none" strike="sng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Calibri"/>
                        <a:buNone/>
                      </a:pPr>
                      <a:endParaRPr lang="en-US" sz="12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Calibri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5546631"/>
                  </a:ext>
                </a:extLst>
              </a:tr>
              <a:tr h="3126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 u="none" strike="noStrike" cap="none" dirty="0">
                        <a:solidFill>
                          <a:schemeClr val="tx1"/>
                        </a:solidFill>
                        <a:latin typeface="+mn-lt"/>
                        <a:ea typeface="Calibri"/>
                        <a:cs typeface="Calibri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400" b="0" i="0" u="none" strike="noStrike" cap="none" dirty="0">
                        <a:solidFill>
                          <a:schemeClr val="tx1"/>
                        </a:solidFill>
                        <a:latin typeface="+mn-lt"/>
                        <a:ea typeface="Calibri"/>
                        <a:cs typeface="Calibri"/>
                        <a:sym typeface="Arial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285750" marR="0" lvl="0" indent="-28575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Calibri"/>
                        <a:buChar char="-"/>
                      </a:pPr>
                      <a:endParaRPr lang="en-US" sz="12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Calibri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7662762"/>
                  </a:ext>
                </a:extLst>
              </a:tr>
              <a:tr h="3126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 u="none" strike="noStrike" cap="none" dirty="0">
                        <a:solidFill>
                          <a:schemeClr val="tx1"/>
                        </a:solidFill>
                        <a:latin typeface="+mn-lt"/>
                        <a:ea typeface="Calibri"/>
                        <a:cs typeface="Calibri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400" b="0" i="0" u="none" strike="noStrike" cap="none" dirty="0">
                        <a:solidFill>
                          <a:schemeClr val="tx1"/>
                        </a:solidFill>
                        <a:latin typeface="+mn-lt"/>
                        <a:ea typeface="Calibri"/>
                        <a:cs typeface="Calibri"/>
                        <a:sym typeface="Arial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285750" marR="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Calibri"/>
                        <a:buChar char="-"/>
                      </a:pPr>
                      <a:endParaRPr lang="en-US" sz="12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20277"/>
                  </a:ext>
                </a:extLst>
              </a:tr>
              <a:tr h="3126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 u="none" strike="noStrike" cap="none" dirty="0">
                        <a:solidFill>
                          <a:schemeClr val="tx1"/>
                        </a:solidFill>
                        <a:latin typeface="+mn-lt"/>
                        <a:ea typeface="Calibri"/>
                        <a:cs typeface="Calibri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400" b="0" i="0" u="none" strike="noStrike" cap="none" dirty="0">
                        <a:solidFill>
                          <a:schemeClr val="tx1"/>
                        </a:solidFill>
                        <a:latin typeface="+mn-lt"/>
                        <a:ea typeface="Calibri"/>
                        <a:cs typeface="Calibri"/>
                        <a:sym typeface="Arial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Calibri"/>
                        <a:buNone/>
                        <a:tabLst/>
                        <a:defRPr/>
                      </a:pPr>
                      <a:endParaRPr lang="en-US" sz="12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Calibri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8337102"/>
                  </a:ext>
                </a:extLst>
              </a:tr>
              <a:tr h="3126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 u="none" strike="noStrike" cap="none" dirty="0">
                        <a:solidFill>
                          <a:schemeClr val="tx1"/>
                        </a:solidFill>
                        <a:latin typeface="+mn-lt"/>
                        <a:ea typeface="Calibri"/>
                        <a:cs typeface="Calibri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400" b="0" i="0" u="none" strike="noStrike" cap="none" dirty="0">
                        <a:solidFill>
                          <a:schemeClr val="tx1"/>
                        </a:solidFill>
                        <a:latin typeface="+mn-lt"/>
                        <a:ea typeface="Calibri"/>
                        <a:cs typeface="Calibri"/>
                        <a:sym typeface="Arial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Calibri"/>
                        <a:buNone/>
                      </a:pPr>
                      <a:endParaRPr lang="en-US" sz="12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Calibri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420020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A77A7FC-EBE7-5C12-D5B4-0A9672D51BA3}"/>
              </a:ext>
            </a:extLst>
          </p:cNvPr>
          <p:cNvSpPr txBox="1"/>
          <p:nvPr/>
        </p:nvSpPr>
        <p:spPr>
          <a:xfrm>
            <a:off x="9756648" y="1"/>
            <a:ext cx="2435352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Updated as of: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1200" kern="0">
                <a:solidFill>
                  <a:srgbClr val="000000"/>
                </a:solidFill>
                <a:highlight>
                  <a:srgbClr val="FFFF00"/>
                </a:highlight>
                <a:latin typeface="Arial"/>
                <a:cs typeface="Arial"/>
                <a:sym typeface="Arial"/>
              </a:rPr>
              <a:t>11/17</a:t>
            </a:r>
            <a:endParaRPr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/>
              <a:cs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ED4CEC-7BD1-D969-EFFA-0F9B18A30A6A}"/>
              </a:ext>
            </a:extLst>
          </p:cNvPr>
          <p:cNvSpPr txBox="1"/>
          <p:nvPr/>
        </p:nvSpPr>
        <p:spPr>
          <a:xfrm>
            <a:off x="388850" y="3673794"/>
            <a:ext cx="11156156" cy="37555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400" b="1" dirty="0">
                <a:latin typeface="+mj-lt"/>
              </a:rPr>
              <a:t>Key Alignment Points with Customer – </a:t>
            </a:r>
            <a:r>
              <a:rPr lang="en-US" sz="1400" dirty="0">
                <a:ea typeface="+mn-lt"/>
                <a:cs typeface="+mn-lt"/>
              </a:rPr>
              <a:t>Lightship</a:t>
            </a:r>
            <a:endParaRPr lang="en-US" sz="14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56799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CD032-CA62-DCB0-4B62-D3FC36087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3751E-2BB6-43B1-7373-2157C84559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226" y="-191458"/>
            <a:ext cx="11352276" cy="679616"/>
          </a:xfrm>
        </p:spPr>
        <p:txBody>
          <a:bodyPr>
            <a:noAutofit/>
          </a:bodyPr>
          <a:lstStyle/>
          <a:p>
            <a:pPr algn="l"/>
            <a:r>
              <a:rPr lang="en-US" sz="3200" dirty="0"/>
              <a:t>Lightship</a:t>
            </a:r>
            <a:r>
              <a:rPr lang="en-US" sz="3200" dirty="0">
                <a:latin typeface="+mj-lt"/>
              </a:rPr>
              <a:t>– DevOps Project Status</a:t>
            </a:r>
            <a:endParaRPr lang="he-IL" sz="3200" dirty="0">
              <a:latin typeface="+mj-lt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7F9D812-5B05-3725-4894-DF3F529D6A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4039239"/>
              </p:ext>
            </p:extLst>
          </p:nvPr>
        </p:nvGraphicFramePr>
        <p:xfrm>
          <a:off x="86226" y="570385"/>
          <a:ext cx="11754543" cy="27909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1951">
                  <a:extLst>
                    <a:ext uri="{9D8B030D-6E8A-4147-A177-3AD203B41FA5}">
                      <a16:colId xmlns:a16="http://schemas.microsoft.com/office/drawing/2014/main" val="2987818570"/>
                    </a:ext>
                  </a:extLst>
                </a:gridCol>
                <a:gridCol w="1001681">
                  <a:extLst>
                    <a:ext uri="{9D8B030D-6E8A-4147-A177-3AD203B41FA5}">
                      <a16:colId xmlns:a16="http://schemas.microsoft.com/office/drawing/2014/main" val="2889551568"/>
                    </a:ext>
                  </a:extLst>
                </a:gridCol>
                <a:gridCol w="4803450">
                  <a:extLst>
                    <a:ext uri="{9D8B030D-6E8A-4147-A177-3AD203B41FA5}">
                      <a16:colId xmlns:a16="http://schemas.microsoft.com/office/drawing/2014/main" val="1076360012"/>
                    </a:ext>
                  </a:extLst>
                </a:gridCol>
                <a:gridCol w="1577750">
                  <a:extLst>
                    <a:ext uri="{9D8B030D-6E8A-4147-A177-3AD203B41FA5}">
                      <a16:colId xmlns:a16="http://schemas.microsoft.com/office/drawing/2014/main" val="191137916"/>
                    </a:ext>
                  </a:extLst>
                </a:gridCol>
                <a:gridCol w="3529711">
                  <a:extLst>
                    <a:ext uri="{9D8B030D-6E8A-4147-A177-3AD203B41FA5}">
                      <a16:colId xmlns:a16="http://schemas.microsoft.com/office/drawing/2014/main" val="1214536818"/>
                    </a:ext>
                  </a:extLst>
                </a:gridCol>
              </a:tblGrid>
              <a:tr h="444022">
                <a:tc>
                  <a:txBody>
                    <a:bodyPr/>
                    <a:lstStyle/>
                    <a:p>
                      <a:r>
                        <a:rPr lang="en-US" sz="1100" dirty="0"/>
                        <a:t>MS#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RAG</a:t>
                      </a:r>
                      <a:endParaRPr lang="en-IL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Goal</a:t>
                      </a:r>
                      <a:endParaRPr lang="en-IL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Realistic date / completed on</a:t>
                      </a:r>
                      <a:endParaRPr lang="en-IL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Comment / Dependencies</a:t>
                      </a:r>
                      <a:endParaRPr lang="en-IL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5056233"/>
                  </a:ext>
                </a:extLst>
              </a:tr>
              <a:tr h="2989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 u="none" strike="sngStrike" cap="none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400" b="0" i="0" u="none" strike="sngStrike" cap="none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400" b="0" i="0" u="none" strike="sngStrike" cap="none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</a:pPr>
                      <a:endParaRPr lang="en-US" sz="1600" b="0" i="0" u="none" strike="sngStrike" cap="none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Calibri"/>
                        <a:buChar char="-"/>
                      </a:pPr>
                      <a:endParaRPr lang="en-US" sz="1600" b="0" i="0" u="none" strike="sng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352995"/>
                  </a:ext>
                </a:extLst>
              </a:tr>
              <a:tr h="2989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 u="none" strike="sngStrike" cap="none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400" b="0" i="0" u="none" strike="sngStrike" cap="none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 i="0" u="none" strike="sngStrike" cap="none" noProof="0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600" b="0" i="0" u="none" strike="sngStrike" cap="none" noProof="0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None/>
                      </a:pPr>
                      <a:endParaRPr lang="en-US" sz="1600" b="0" i="0" u="none" strike="sng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20277"/>
                  </a:ext>
                </a:extLst>
              </a:tr>
              <a:tr h="2989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 u="none" strike="sngStrike" cap="none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400" b="0" i="0" u="none" strike="sngStrike" cap="none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400" b="0" i="0" u="none" strike="sngStrike" cap="none" noProof="0">
                        <a:solidFill>
                          <a:schemeClr val="tx1"/>
                        </a:solidFill>
                        <a:latin typeface="Calibri"/>
                        <a:sym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600" b="0" i="0" u="none" strike="sngStrike" cap="none" noProof="0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None/>
                      </a:pPr>
                      <a:endParaRPr lang="en-US" sz="1600" b="0" i="0" u="none" strike="sngStrike" cap="none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0567553"/>
                  </a:ext>
                </a:extLst>
              </a:tr>
              <a:tr h="2989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 u="none" strike="sngStrike" cap="none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400" b="0" i="0" u="none" strike="sngStrike" cap="none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400" b="0" i="0" u="none" strike="sngStrike" cap="none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600" b="0" i="0" u="none" strike="sngStrike" cap="none" noProof="0" dirty="0">
                        <a:solidFill>
                          <a:schemeClr val="tx1"/>
                        </a:solidFill>
                        <a:latin typeface="Calibri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None/>
                      </a:pPr>
                      <a:endParaRPr lang="en-US" sz="1600" b="0" i="0" u="none" strike="sng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8337102"/>
                  </a:ext>
                </a:extLst>
              </a:tr>
              <a:tr h="298977"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lang="en-US" sz="1400" b="0" i="0" u="none" strike="sngStrike" cap="none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lang="en-US" sz="1400" b="0" i="0" u="none" strike="sngStrike" cap="none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 i="0" u="none" strike="sngStrike" cap="none" noProof="0" dirty="0">
                        <a:solidFill>
                          <a:schemeClr val="tx1"/>
                        </a:solidFill>
                        <a:latin typeface="Calibri"/>
                        <a:sym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600" b="0" i="0" u="none" strike="sngStrike" cap="none" noProof="0" dirty="0">
                        <a:solidFill>
                          <a:schemeClr val="tx1"/>
                        </a:solidFill>
                        <a:latin typeface="Calibri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600" b="0" i="0" u="none" strike="sng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0015459"/>
                  </a:ext>
                </a:extLst>
              </a:tr>
              <a:tr h="298977"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lang="en-US" sz="1400" b="0" i="0" u="none" strike="noStrike" cap="none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lang="en-US" sz="1400" b="0" i="0" u="none" strike="sngStrike" cap="none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 i="0" u="none" strike="sngStrike" cap="none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600" b="0" i="0" u="none" strike="sngStrike" cap="none" noProof="0" dirty="0">
                        <a:solidFill>
                          <a:schemeClr val="tx1"/>
                        </a:solidFill>
                        <a:latin typeface="Calibri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alibri"/>
                        <a:buChar char="-"/>
                      </a:pPr>
                      <a:endParaRPr lang="en-US" sz="1600" b="0" i="0" u="none" strike="sng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4641560"/>
                  </a:ext>
                </a:extLst>
              </a:tr>
              <a:tr h="298977"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lang="en-US" sz="1400" b="0" i="0" u="none" strike="noStrike" cap="none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lang="en-US" sz="1400" b="0" i="0" u="none" strike="noStrike" cap="none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 i="0" u="none" strike="noStrike" cap="none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alibri"/>
                        <a:buChar char="-"/>
                      </a:pPr>
                      <a:endParaRPr lang="en-US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891486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FDB9F0D-B286-53AA-D120-058DB7C7E434}"/>
              </a:ext>
            </a:extLst>
          </p:cNvPr>
          <p:cNvSpPr txBox="1"/>
          <p:nvPr/>
        </p:nvSpPr>
        <p:spPr>
          <a:xfrm>
            <a:off x="9756648" y="1"/>
            <a:ext cx="2435352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Updated as of: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1200" kern="0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  <a:cs typeface="Arial"/>
                <a:sym typeface="Arial"/>
              </a:rPr>
              <a:t>10-27</a:t>
            </a:r>
            <a:endParaRPr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83678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F2534-C251-0492-FDC9-34DCC18A1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BB99A-0432-B851-4BA5-EDD0318809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226" y="-191458"/>
            <a:ext cx="11352276" cy="679616"/>
          </a:xfrm>
        </p:spPr>
        <p:txBody>
          <a:bodyPr>
            <a:noAutofit/>
          </a:bodyPr>
          <a:lstStyle/>
          <a:p>
            <a:pPr algn="l"/>
            <a:r>
              <a:rPr lang="en-US" sz="3200" err="1"/>
              <a:t>Delphire</a:t>
            </a:r>
            <a:r>
              <a:rPr lang="en-US" sz="3200"/>
              <a:t> – FTR/</a:t>
            </a:r>
            <a:r>
              <a:rPr lang="en-US" sz="3200" err="1"/>
              <a:t>Fedramp</a:t>
            </a:r>
            <a:r>
              <a:rPr lang="en-US" sz="3200"/>
              <a:t> Remediation Project Status</a:t>
            </a:r>
            <a:endParaRPr lang="en-IL" sz="320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8940FCE-1A21-CEFD-A4CD-EC29B60706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4073867"/>
              </p:ext>
            </p:extLst>
          </p:nvPr>
        </p:nvGraphicFramePr>
        <p:xfrm>
          <a:off x="218727" y="910355"/>
          <a:ext cx="10028058" cy="56256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6032">
                  <a:extLst>
                    <a:ext uri="{9D8B030D-6E8A-4147-A177-3AD203B41FA5}">
                      <a16:colId xmlns:a16="http://schemas.microsoft.com/office/drawing/2014/main" val="2987818570"/>
                    </a:ext>
                  </a:extLst>
                </a:gridCol>
                <a:gridCol w="625828">
                  <a:extLst>
                    <a:ext uri="{9D8B030D-6E8A-4147-A177-3AD203B41FA5}">
                      <a16:colId xmlns:a16="http://schemas.microsoft.com/office/drawing/2014/main" val="2889551568"/>
                    </a:ext>
                  </a:extLst>
                </a:gridCol>
                <a:gridCol w="3001088">
                  <a:extLst>
                    <a:ext uri="{9D8B030D-6E8A-4147-A177-3AD203B41FA5}">
                      <a16:colId xmlns:a16="http://schemas.microsoft.com/office/drawing/2014/main" val="1076360012"/>
                    </a:ext>
                  </a:extLst>
                </a:gridCol>
                <a:gridCol w="1669257">
                  <a:extLst>
                    <a:ext uri="{9D8B030D-6E8A-4147-A177-3AD203B41FA5}">
                      <a16:colId xmlns:a16="http://schemas.microsoft.com/office/drawing/2014/main" val="191137916"/>
                    </a:ext>
                  </a:extLst>
                </a:gridCol>
                <a:gridCol w="2000568">
                  <a:extLst>
                    <a:ext uri="{9D8B030D-6E8A-4147-A177-3AD203B41FA5}">
                      <a16:colId xmlns:a16="http://schemas.microsoft.com/office/drawing/2014/main" val="1214536818"/>
                    </a:ext>
                  </a:extLst>
                </a:gridCol>
                <a:gridCol w="2205285">
                  <a:extLst>
                    <a:ext uri="{9D8B030D-6E8A-4147-A177-3AD203B41FA5}">
                      <a16:colId xmlns:a16="http://schemas.microsoft.com/office/drawing/2014/main" val="4108904964"/>
                    </a:ext>
                  </a:extLst>
                </a:gridCol>
              </a:tblGrid>
              <a:tr h="444022">
                <a:tc>
                  <a:txBody>
                    <a:bodyPr/>
                    <a:lstStyle/>
                    <a:p>
                      <a:r>
                        <a:rPr lang="en-US" sz="1100"/>
                        <a:t>MS#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RAG</a:t>
                      </a:r>
                      <a:endParaRPr lang="en-IL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Goal</a:t>
                      </a:r>
                      <a:endParaRPr lang="en-IL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Realistic date / completed on</a:t>
                      </a:r>
                      <a:endParaRPr lang="en-IL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Comment / Dependencies</a:t>
                      </a:r>
                      <a:endParaRPr lang="en-IL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DevOps / SecOps</a:t>
                      </a:r>
                      <a:endParaRPr lang="en-IL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5056233"/>
                  </a:ext>
                </a:extLst>
              </a:tr>
              <a:tr h="2989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1</a:t>
                      </a:r>
                      <a:endParaRPr lang="en-IL" sz="1400" b="0" i="0" u="none" strike="noStrike" cap="none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sngStrike" cap="none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100%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sngStrike" cap="none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SecOps Review</a:t>
                      </a:r>
                      <a:endParaRPr lang="en-US" sz="1400" b="0" i="0" u="none" strike="sngStrike" cap="none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</a:pPr>
                      <a:r>
                        <a:rPr lang="en-US" sz="1600" b="0" i="0" u="none" strike="sngStrike" cap="none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October 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Calibri"/>
                        <a:buChar char="-"/>
                      </a:pPr>
                      <a:r>
                        <a:rPr lang="en-US" sz="1600" b="0" i="0" u="none" strike="sng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Murad</a:t>
                      </a:r>
                    </a:p>
                    <a:p>
                      <a:pPr marL="285750" marR="0" lvl="0" indent="-28575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Calibri"/>
                        <a:buChar char="-"/>
                      </a:pPr>
                      <a:r>
                        <a:rPr lang="en-US" sz="1600" b="0" i="0" u="none" strike="sng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Review FTR issues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Calibri"/>
                        <a:buChar char="-"/>
                      </a:pPr>
                      <a:endParaRPr lang="en-US" sz="1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352995"/>
                  </a:ext>
                </a:extLst>
              </a:tr>
              <a:tr h="2989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2</a:t>
                      </a:r>
                      <a:endParaRPr lang="en-IL" sz="1400" b="0" i="0" u="none" strike="noStrike" cap="none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sng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100%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sng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Landing Zone Fixes and Remediation</a:t>
                      </a:r>
                      <a:endParaRPr lang="en-US" sz="1400" b="0" i="0" u="none" strike="sngStrike" cap="none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sngStrike" cap="none" noProof="0" dirty="0">
                          <a:solidFill>
                            <a:schemeClr val="tx1"/>
                          </a:solidFill>
                          <a:latin typeface="Calibri"/>
                          <a:sym typeface="Arial"/>
                        </a:rPr>
                        <a:t>October 30</a:t>
                      </a:r>
                      <a:endParaRPr lang="en-US" strike="sngStrike" dirty="0"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Calibri"/>
                        <a:buChar char="-"/>
                      </a:pPr>
                      <a:endParaRPr lang="en-US" sz="1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Calibri"/>
                        <a:buChar char="-"/>
                      </a:pPr>
                      <a:endParaRPr lang="en-US" sz="1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20277"/>
                  </a:ext>
                </a:extLst>
              </a:tr>
              <a:tr h="2989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3</a:t>
                      </a:r>
                      <a:endParaRPr lang="en-IL" sz="1400" b="0" i="0" u="none" strike="noStrike" cap="none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99%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SecOps Fixes and Remediation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sym typeface="Arial"/>
                        </a:rPr>
                        <a:t>October 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Calibri"/>
                        <a:buChar char="-"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Alex to remediate remaining TF resources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Calibri"/>
                        <a:buChar char="-"/>
                      </a:pPr>
                      <a:endParaRPr lang="en-US" sz="1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1807815"/>
                  </a:ext>
                </a:extLst>
              </a:tr>
              <a:tr h="2989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4</a:t>
                      </a:r>
                      <a:endParaRPr lang="en-IL" sz="1400" b="0" i="0" u="none" strike="noStrike" cap="none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100%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sng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Consolidate </a:t>
                      </a:r>
                      <a:r>
                        <a:rPr lang="en-US" sz="1400" b="0" i="0" u="none" strike="sngStrike" cap="none" dirty="0" err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ControlTower</a:t>
                      </a:r>
                      <a:r>
                        <a:rPr lang="en-US" sz="1400" b="0" i="0" u="none" strike="sng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 + Custom VPCs? </a:t>
                      </a:r>
                      <a:endParaRPr lang="en-US" sz="1400" b="0" i="0" u="none" strike="sngStrike" cap="none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sngStrike" cap="none" noProof="0" dirty="0">
                          <a:solidFill>
                            <a:schemeClr val="tx1"/>
                          </a:solidFill>
                          <a:latin typeface="Calibri"/>
                        </a:rPr>
                        <a:t>November 11</a:t>
                      </a:r>
                      <a:endParaRPr lang="en-US" strike="sngStrike" dirty="0"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Calibri"/>
                        <a:buChar char="-"/>
                      </a:pPr>
                      <a:r>
                        <a:rPr lang="en-US" sz="1600" b="0" i="0" u="none" strike="sng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Security services configured</a:t>
                      </a:r>
                    </a:p>
                    <a:p>
                      <a:pPr marL="285750" marR="0" lvl="0" indent="-28575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Calibri"/>
                        <a:buChar char="-"/>
                      </a:pPr>
                      <a:r>
                        <a:rPr lang="en-US" sz="1600" b="0" i="0" u="none" strike="sngStrike" cap="none" dirty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ControlTower</a:t>
                      </a:r>
                      <a:r>
                        <a:rPr lang="en-US" sz="1600" b="0" i="0" u="none" strike="sng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fixed – AWS Case</a:t>
                      </a:r>
                    </a:p>
                    <a:p>
                      <a:pPr marL="285750" marR="0" lvl="0" indent="-28575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Calibri"/>
                        <a:buChar char="-"/>
                      </a:pPr>
                      <a:r>
                        <a:rPr lang="en-US" sz="1600" b="0" i="0" u="none" strike="sng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Region deny enabled</a:t>
                      </a:r>
                    </a:p>
                    <a:p>
                      <a:pPr marL="285750" marR="0" lvl="0" indent="-28575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Calibri"/>
                        <a:buChar char="-"/>
                      </a:pPr>
                      <a:r>
                        <a:rPr lang="en-US" sz="1600" b="0" i="0" u="none" strike="sng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Removed default VPCs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Calibri"/>
                        <a:buChar char="-"/>
                      </a:pPr>
                      <a:endParaRPr lang="en-US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8337102"/>
                  </a:ext>
                </a:extLst>
              </a:tr>
              <a:tr h="2989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5</a:t>
                      </a:r>
                      <a:endParaRPr lang="en-IL" sz="1400" b="0" i="0" u="none" strike="noStrike" cap="none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99%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FTR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sym typeface="Arial"/>
                        </a:rPr>
                        <a:t>November 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Calibri"/>
                        <a:buChar char="-"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Gilberto to finalize the FTR 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Calibri"/>
                        <a:buChar char="-"/>
                      </a:pPr>
                      <a:endParaRPr lang="en-US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7207123"/>
                  </a:ext>
                </a:extLst>
              </a:tr>
              <a:tr h="2989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6</a:t>
                      </a:r>
                      <a:endParaRPr lang="en-IL" sz="1400" b="0" i="0" u="none" strike="noStrike" cap="none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0%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FedRAMP – Moderate level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Calibri"/>
                        <a:buChar char="-"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MJ to review what’s outstanding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Calibri"/>
                        <a:buChar char="-"/>
                      </a:pPr>
                      <a:endParaRPr lang="en-US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134321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9395B3E-8029-1DB2-BEF9-A8F7CDFEE9D1}"/>
              </a:ext>
            </a:extLst>
          </p:cNvPr>
          <p:cNvSpPr txBox="1"/>
          <p:nvPr/>
        </p:nvSpPr>
        <p:spPr>
          <a:xfrm>
            <a:off x="9756648" y="1"/>
            <a:ext cx="2435352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Updated as of: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cs typeface="Arial"/>
                <a:sym typeface="Arial"/>
              </a:rPr>
              <a:t>11</a:t>
            </a:r>
            <a:r>
              <a:rPr lang="en-US" sz="1200" kern="0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  <a:cs typeface="Arial"/>
                <a:sym typeface="Arial"/>
              </a:rPr>
              <a:t>-17</a:t>
            </a:r>
            <a:endParaRPr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64535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14D71E7-9E37-890B-5395-91ACDFA26D81}"/>
              </a:ext>
            </a:extLst>
          </p:cNvPr>
          <p:cNvSpPr txBox="1"/>
          <p:nvPr/>
        </p:nvSpPr>
        <p:spPr>
          <a:xfrm>
            <a:off x="715108" y="668215"/>
            <a:ext cx="5087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SOW Points</a:t>
            </a:r>
          </a:p>
        </p:txBody>
      </p:sp>
    </p:spTree>
    <p:extLst>
      <p:ext uri="{BB962C8B-B14F-4D97-AF65-F5344CB8AC3E}">
        <p14:creationId xmlns:p14="http://schemas.microsoft.com/office/powerpoint/2010/main" val="84278177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D89695814397C42A6396A2355C665D6" ma:contentTypeVersion="3" ma:contentTypeDescription="Create a new document." ma:contentTypeScope="" ma:versionID="8fcc5eb07fd1da3087ba0fdf7004feb5">
  <xsd:schema xmlns:xsd="http://www.w3.org/2001/XMLSchema" xmlns:xs="http://www.w3.org/2001/XMLSchema" xmlns:p="http://schemas.microsoft.com/office/2006/metadata/properties" xmlns:ns2="31859e41-20b6-4290-bd2b-863bd5feb794" targetNamespace="http://schemas.microsoft.com/office/2006/metadata/properties" ma:root="true" ma:fieldsID="dbcc025c26df16e1d0dfe4968dc15a9c" ns2:_="">
    <xsd:import namespace="31859e41-20b6-4290-bd2b-863bd5feb79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859e41-20b6-4290-bd2b-863bd5feb79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52D3624-DFD4-4C0B-873F-7557B0061DE9}">
  <ds:schemaRefs>
    <ds:schemaRef ds:uri="http://schemas.openxmlformats.org/package/2006/metadata/core-properties"/>
    <ds:schemaRef ds:uri="http://purl.org/dc/dcmitype/"/>
    <ds:schemaRef ds:uri="http://purl.org/dc/elements/1.1/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7e9819c2-0ac3-4595-a6d2-c2efca933eef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FB638A1B-B284-4943-9409-FB00160A812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338FF41-C0B8-431E-8F63-BE52A9E314E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1859e41-20b6-4290-bd2b-863bd5feb79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db35e24-c305-4216-8a2e-3bc074765d16}" enabled="0" method="" siteId="{edb35e24-c305-4216-8a2e-3bc074765d1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52</TotalTime>
  <Words>618</Words>
  <Application>Microsoft Office PowerPoint</Application>
  <PresentationFormat>מסך רחב</PresentationFormat>
  <Paragraphs>147</Paragraphs>
  <Slides>4</Slides>
  <Notes>3</Notes>
  <HiddenSlides>0</HiddenSlides>
  <MMClips>0</MMClips>
  <ScaleCrop>false</ScaleCrop>
  <HeadingPairs>
    <vt:vector size="4" baseType="variant"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4</vt:i4>
      </vt:variant>
    </vt:vector>
  </HeadingPairs>
  <TitlesOfParts>
    <vt:vector size="5" baseType="lpstr">
      <vt:lpstr>1_Office Theme</vt:lpstr>
      <vt:lpstr>Lightship– AI Project Status</vt:lpstr>
      <vt:lpstr>Lightship– DevOps Project Status</vt:lpstr>
      <vt:lpstr>Delphire – FTR/Fedramp Remediation Project Status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Michal Jung</cp:lastModifiedBy>
  <cp:revision>16</cp:revision>
  <dcterms:created xsi:type="dcterms:W3CDTF">2025-04-10T19:24:24Z</dcterms:created>
  <dcterms:modified xsi:type="dcterms:W3CDTF">2025-12-16T15:51:43Z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0x0101008D89695814397C42A6396A2355C665D6</vt:lpwstr>
  </property>
  <property fmtid="{D5CDD505-2E9C-101B-9397-08002B2CF9AE}" pid="3" name="MediaServiceImageTags">
    <vt:lpwstr/>
  </property>
</Properties>
</file>